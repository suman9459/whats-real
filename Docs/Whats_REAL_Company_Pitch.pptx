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Whats REAL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Location‑Verified Intelligence Platform</a:t>
            </a:r>
          </a:p>
          <a:p>
            <a:r>
              <a:t>Product Vision • Strategy •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Answers from people who were really there.</a:t>
            </a:r>
          </a:p>
          <a:p>
            <a:r>
              <a:t>Location is the trust layer.</a:t>
            </a:r>
          </a:p>
          <a:p>
            <a:r>
              <a:t>Short, real responses beat long opinions.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AI-generated content is flooding the internet (harder to trust).</a:t>
            </a:r>
          </a:p>
          <a:p>
            <a:r>
              <a:t>Reviews and Q&amp;A are often biased, fake, or outdated.</a:t>
            </a:r>
          </a:p>
          <a:p>
            <a:r>
              <a:t>Scams thrive where authenticity is unverified.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questions tagged to real locations (Google Places).</a:t>
            </a:r>
          </a:p>
          <a:p>
            <a:r>
              <a:t>Notify only users who have been within a 50–100m radius.</a:t>
            </a:r>
          </a:p>
          <a:p>
            <a:r>
              <a:t>Collect responses via text or ≤10s video + optional rating.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Whats REAL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21945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Ask (Text/10s Video)</a:t>
            </a:r>
          </a:p>
          <a:p>
            <a:r>
              <a:t>+ Tag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103120"/>
            <a:ext cx="27432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Verify Eligibility</a:t>
            </a:r>
          </a:p>
          <a:p>
            <a:r>
              <a:t>(Place + Radius + Recency)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2103120"/>
            <a:ext cx="2377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Notify Verified</a:t>
            </a:r>
          </a:p>
          <a:p>
            <a:r>
              <a:t>Responders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6060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0" y="260604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 the Referee (Not the Speaker)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synthetic signals (text + audio/video) and abuse patterns.</a:t>
            </a:r>
          </a:p>
          <a:p>
            <a:r>
              <a:t>Generate Authenticity Confidence (High/Mixed/Low).</a:t>
            </a:r>
          </a:p>
          <a:p>
            <a:r>
              <a:t>De-prioritize low-confidence content; escalate only repeat offenders.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Trust‑as‑a‑Service (Your New 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Offer authenticity scoring as an API/SDK to partner apps.</a:t>
            </a:r>
          </a:p>
          <a:p>
            <a:r>
              <a:t>Goal: reduce scams, fake reviews, and illegal activity across platforms.</a:t>
            </a:r>
          </a:p>
          <a:p>
            <a:r>
              <a:t>Partners get: authenticity score + scam risk + behavior flags.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Trust‑as‑a‑Service (Platform 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2377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Partner App</a:t>
            </a:r>
          </a:p>
          <a:p>
            <a:r>
              <a:t>(Reviews / UGC)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2011680"/>
            <a:ext cx="29260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Whats REAL</a:t>
            </a:r>
          </a:p>
          <a:p>
            <a:r>
              <a:t>Authenticity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2377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Score + Signals</a:t>
            </a:r>
          </a:p>
          <a:p>
            <a:r>
              <a:t>(Confidence, Risk)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251460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0" y="251460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B2B API/SDK licensing (tiered, usage-based).</a:t>
            </a:r>
          </a:p>
          <a:p>
            <a:r>
              <a:t>Consumer premium features + verified profiles.</a:t>
            </a:r>
          </a:p>
          <a:p>
            <a:r>
              <a:t>Sponsored questions (clearly labeled) + business dashboards.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category: Location‑Verified Intelligence.</a:t>
            </a:r>
          </a:p>
          <a:p>
            <a:r>
              <a:t>Defensible moat: location graph + reputation graph + authenticity signals.</a:t>
            </a:r>
          </a:p>
          <a:p>
            <a:r>
              <a:t>Trust by design → higher quality, safer interactions.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