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Whats REAL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Location‑Verified Intelligence Platform</a:t>
            </a:r>
          </a:p>
          <a:p>
            <a:r>
              <a:t>Executive Pitch (V2)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Truth comes from people who were actually there.</a:t>
            </a:r>
          </a:p>
          <a:p>
            <a:r>
              <a:t>Location + authenticity scoring creates a trust moat.</a:t>
            </a:r>
          </a:p>
          <a:p>
            <a:r>
              <a:t>AI protects human truth (referee, not speaker).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has created an authenticity crisis.</a:t>
            </a:r>
          </a:p>
          <a:p>
            <a:r>
              <a:t>Users need proof-of-experience, not more opinions.</a:t>
            </a:r>
          </a:p>
          <a:p>
            <a:r>
              <a:t>Mobile sensors + on-device intelligence enable privacy-first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View (Ask → Verify → Score → Answer)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23774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Ask</a:t>
            </a:r>
          </a:p>
          <a:p>
            <a:r>
              <a:t>(Text/10s Video)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2103120"/>
            <a:ext cx="256032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Eligibility</a:t>
            </a:r>
          </a:p>
          <a:p>
            <a:r>
              <a:t>(Location + Radius)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103120"/>
            <a:ext cx="24688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Authenticity</a:t>
            </a:r>
          </a:p>
          <a:p>
            <a:r>
              <a:t>Confidence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6060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0" y="26060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Authenticity Confidence displayed transparently.</a:t>
            </a:r>
          </a:p>
          <a:p>
            <a:r>
              <a:t>Reputation score increases visibility for reliable contributors.</a:t>
            </a:r>
          </a:p>
          <a:p>
            <a:r>
              <a:t>Risk scoring + pattern detection reduces scams and illegal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Trust‑as‑a‑Service (Platform)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API/SDK for partner apps: authenticity score + scam risk score + flags.</a:t>
            </a:r>
          </a:p>
          <a:p>
            <a:r>
              <a:t>Fits marketplaces, reviews, classifieds, dating, hiring, travel.</a:t>
            </a:r>
          </a:p>
          <a:p>
            <a:r>
              <a:t>Creates network effects: more partners → stronger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iPhone → Watch → CarPlay → Vision Pro (future contexts).</a:t>
            </a:r>
          </a:p>
          <a:p>
            <a:r>
              <a:t>Context-aware notifications (time, place, intent) for relevance.</a:t>
            </a:r>
          </a:p>
          <a:p>
            <a:r>
              <a:t>Privacy-first: on-device checks where possible; minimal data collection.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B2B licensing (usage tiers) + verification programs.</a:t>
            </a:r>
          </a:p>
          <a:p>
            <a:r>
              <a:t>Consumer premium features.</a:t>
            </a:r>
          </a:p>
          <a:p>
            <a:r>
              <a:t>Sponsored questions (clearly labeled).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Can Be Huge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creation: location‑verified Q&amp;A + authenticity scoring.</a:t>
            </a:r>
          </a:p>
          <a:p>
            <a:r>
              <a:t>Defensible via trust graph + location graph.</a:t>
            </a:r>
          </a:p>
          <a:p>
            <a:r>
              <a:t>Aligned with platform priorities: privacy, safety,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